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Infection Control In Clinical Setting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 of Infection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The invasion of body tissues by pathogenic microorganisms that proliferate, causing tissue injury and possibly disease.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3AAE-E8DB-F44B-BC91-E8DB7EF23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5943ED-AC9F-7EBF-ADD9-DD83A891F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Infection Prevention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2DEB9D-E113-6D52-4F0E-B63425110C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2800" dirty="0"/>
              <a:t>Infection Prevention refers to p</a:t>
            </a:r>
            <a:r>
              <a:rPr lang="en-US" sz="2800" dirty="0" err="1"/>
              <a:t>olicies</a:t>
            </a:r>
            <a:r>
              <a:rPr lang="en-US" sz="2800" dirty="0"/>
              <a:t> and procedures to minimize spread of infections in healthcare settings.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A4EC89-64D3-0773-A791-A93DE34E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8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4EEB-B9F8-9BB1-CA3A-EB2B82C7B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9A007D-B2C0-949D-8C33-D28C92FB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Terms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5EE80C-8DBB-A424-E834-6B4C94B02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/>
              <a:t>Antiseptic</a:t>
            </a:r>
            <a:r>
              <a:rPr lang="en-US" sz="1800" dirty="0"/>
              <a:t>: An agent that inhibits growth (but may not kill) microorganisms.</a:t>
            </a:r>
          </a:p>
          <a:p>
            <a:r>
              <a:rPr lang="en-US" sz="1800" b="1" dirty="0"/>
              <a:t>Asepsis</a:t>
            </a:r>
            <a:r>
              <a:rPr lang="en-US" sz="1800" dirty="0"/>
              <a:t>: Being free from infection or preventing contact with microorganisms.</a:t>
            </a:r>
          </a:p>
          <a:p>
            <a:r>
              <a:rPr lang="en-US" sz="1800" b="1" dirty="0"/>
              <a:t>Autoclaving</a:t>
            </a:r>
            <a:r>
              <a:rPr lang="en-US" sz="1800" dirty="0"/>
              <a:t>: Sterilization using steam under pressure.</a:t>
            </a:r>
          </a:p>
          <a:p>
            <a:r>
              <a:rPr lang="en-US" sz="1800" b="1" dirty="0"/>
              <a:t>Biohazardous waste</a:t>
            </a:r>
            <a:r>
              <a:rPr lang="en-US" sz="1800" dirty="0"/>
              <a:t>: Items contaminated with blood, bodily fluids, secretions, or excretions.</a:t>
            </a:r>
          </a:p>
          <a:p>
            <a:r>
              <a:rPr lang="en-US" sz="1800" b="1" dirty="0"/>
              <a:t>Contamination</a:t>
            </a:r>
            <a:r>
              <a:rPr lang="en-US" sz="1800" dirty="0"/>
              <a:t>: Becoming unclean or exposed to pathogens.</a:t>
            </a:r>
          </a:p>
          <a:p>
            <a:r>
              <a:rPr lang="en-US" sz="1800" b="1" dirty="0"/>
              <a:t>Cross-infection</a:t>
            </a:r>
            <a:r>
              <a:rPr lang="en-US" sz="1800" dirty="0"/>
              <a:t>: Transmission of infection between individuals.</a:t>
            </a:r>
          </a:p>
          <a:p>
            <a:r>
              <a:rPr lang="en-US" sz="1800" b="1" dirty="0"/>
              <a:t>Decontamination</a:t>
            </a:r>
            <a:r>
              <a:rPr lang="en-US" sz="1800" dirty="0"/>
              <a:t>: Removal of foreign material (e.g. blood) from objects.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9D2472-446C-F9F4-26F9-B4E70850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773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521A7-AB75-59BA-D9E9-5058C80D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5137511-BD06-5783-5DA1-2A04520A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Terms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8481B9-7E6C-8BB1-E795-9F4A9B8F13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/>
              <a:t>Disinfection</a:t>
            </a:r>
            <a:r>
              <a:rPr lang="en-US" sz="1800" dirty="0"/>
              <a:t>: Process to destroy pathogens (but not necessarily all organisms).</a:t>
            </a:r>
          </a:p>
          <a:p>
            <a:r>
              <a:rPr lang="en-US" sz="1800" b="1" dirty="0"/>
              <a:t>Infection</a:t>
            </a:r>
            <a:r>
              <a:rPr lang="en-US" sz="1800" dirty="0"/>
              <a:t>: A disease state resulting from the invasion and growth of microbes in the body.</a:t>
            </a:r>
          </a:p>
          <a:p>
            <a:r>
              <a:rPr lang="en-US" sz="1800" b="1" dirty="0"/>
              <a:t>Infection Control</a:t>
            </a:r>
            <a:r>
              <a:rPr lang="en-US" sz="1800" dirty="0"/>
              <a:t>: practices and procedures that prevent the spread of infection</a:t>
            </a:r>
          </a:p>
          <a:p>
            <a:r>
              <a:rPr lang="en-US" sz="1800" b="1" dirty="0"/>
              <a:t>Isolation: </a:t>
            </a:r>
            <a:r>
              <a:rPr lang="en-US" sz="1800" dirty="0"/>
              <a:t>Separation of infected persons from non-infected persons which will prevent the transmission of infection to others</a:t>
            </a:r>
          </a:p>
          <a:p>
            <a:r>
              <a:rPr lang="en-US" sz="1800" b="1" dirty="0"/>
              <a:t>Medical asepsis</a:t>
            </a:r>
            <a:r>
              <a:rPr lang="en-US" sz="1800" dirty="0"/>
              <a:t>: the state of being free of living pathogenic organisms</a:t>
            </a:r>
          </a:p>
          <a:p>
            <a:r>
              <a:rPr lang="en-US" sz="1800" b="1" dirty="0"/>
              <a:t>Microorganism</a:t>
            </a:r>
            <a:r>
              <a:rPr lang="en-US" sz="1800" dirty="0"/>
              <a:t>: Bacteria, viruses, fungi, protozoa, etc.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5F157F-BF30-92F0-0A6B-5CA2DA1D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1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0BDA2-1F7C-1244-0F65-81631811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5C3416-7C9F-1754-F969-8932304F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Terms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B9D610-4395-49A3-A25E-6C98E7ECD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 err="1"/>
              <a:t>Nasocomial</a:t>
            </a:r>
            <a:r>
              <a:rPr lang="en-US" sz="1800" b="1" dirty="0"/>
              <a:t> infection (hospital-acquired infection): </a:t>
            </a:r>
            <a:r>
              <a:rPr lang="en-US" sz="1800" dirty="0"/>
              <a:t>Infection favored by a hospital environment.</a:t>
            </a:r>
          </a:p>
          <a:p>
            <a:r>
              <a:rPr lang="en-US" sz="1800" b="1" dirty="0"/>
              <a:t>Pathogen</a:t>
            </a:r>
            <a:r>
              <a:rPr lang="en-US" sz="1800" dirty="0"/>
              <a:t>: a microbe that is harmful and can cause an infection</a:t>
            </a:r>
          </a:p>
          <a:p>
            <a:r>
              <a:rPr lang="en-US" sz="1800" b="1" dirty="0"/>
              <a:t>Prophylactic</a:t>
            </a:r>
            <a:r>
              <a:rPr lang="en-US" sz="1800" dirty="0"/>
              <a:t>: A measure (or medicine) used to prevent disease.</a:t>
            </a:r>
          </a:p>
          <a:p>
            <a:r>
              <a:rPr lang="en-US" sz="1800" b="1" dirty="0"/>
              <a:t>Purulent: </a:t>
            </a:r>
            <a:r>
              <a:rPr lang="en-US" sz="1800" dirty="0"/>
              <a:t>containing, discharging or causing the production of pus</a:t>
            </a:r>
            <a:endParaRPr lang="en-US" sz="1800" b="1" dirty="0"/>
          </a:p>
          <a:p>
            <a:r>
              <a:rPr lang="en-US" sz="1800" b="1" dirty="0"/>
              <a:t>Reservoir</a:t>
            </a:r>
            <a:r>
              <a:rPr lang="en-US" sz="1800" dirty="0"/>
              <a:t>: The habitat in which an infectious agent normally lives &amp; multiplies.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F632A3-1D79-4233-C002-AD82C27C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22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74CE-39DC-FAE9-BE28-5CD0B1AC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B482551-48FF-1F10-DB17-98280C8B9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Terms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0322D0F-8555-B75F-DB48-CF98C7FBCB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/>
              <a:t>Segregation:</a:t>
            </a:r>
            <a:r>
              <a:rPr lang="en-US" sz="1800" dirty="0"/>
              <a:t> to separate or isolate from others or from a main body or group.</a:t>
            </a:r>
          </a:p>
          <a:p>
            <a:r>
              <a:rPr lang="en-US" sz="1800" b="1" dirty="0"/>
              <a:t>Sterile field</a:t>
            </a:r>
            <a:r>
              <a:rPr lang="en-US" sz="1800" dirty="0"/>
              <a:t>: the area declared free from </a:t>
            </a:r>
            <a:r>
              <a:rPr lang="en-US" sz="1800" dirty="0" err="1"/>
              <a:t>mico</a:t>
            </a:r>
            <a:r>
              <a:rPr lang="en-US" sz="1800" dirty="0"/>
              <a:t> organisms or other infective agents.</a:t>
            </a:r>
          </a:p>
          <a:p>
            <a:r>
              <a:rPr lang="en-US" sz="1800" b="1" dirty="0"/>
              <a:t>Susceptibility</a:t>
            </a:r>
            <a:r>
              <a:rPr lang="en-US" sz="1800" dirty="0"/>
              <a:t>: A condition of being vulnerable to infection , disease or disorder due to weakened defenses.</a:t>
            </a:r>
          </a:p>
          <a:p>
            <a:r>
              <a:rPr lang="en-US" sz="1800" b="1" dirty="0"/>
              <a:t>Sterilization</a:t>
            </a:r>
            <a:r>
              <a:rPr lang="en-US" sz="1800" dirty="0"/>
              <a:t>: Destruction of all microorganisms, including spores. Medical asepsis: The state of being free of pathogenic microorganisms.</a:t>
            </a:r>
          </a:p>
          <a:p>
            <a:r>
              <a:rPr lang="en-US" sz="1800" b="1" dirty="0"/>
              <a:t>Surgical asepsis</a:t>
            </a:r>
            <a:r>
              <a:rPr lang="en-US" sz="1800" dirty="0"/>
              <a:t>: Techniques to maintain items as sterile (free from all microbes).</a:t>
            </a:r>
          </a:p>
          <a:p>
            <a:r>
              <a:rPr lang="en-US" sz="1800" b="1" dirty="0"/>
              <a:t>Transmission</a:t>
            </a:r>
            <a:r>
              <a:rPr lang="en-US" sz="1800" dirty="0"/>
              <a:t>: The means by which pathogens move from reservoir to host.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7D230-4850-0C71-2E80-A29B29F5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43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DB593-E968-8DE1-59F0-7A361D04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56902D-6C0F-B8A0-4EB6-F5B323CA6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Bacteria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7DD2FC-2D9F-BB0D-3382-8E35391C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EBFC42-621D-CFB5-DB0B-9B7E3C4A9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696" y="1615860"/>
            <a:ext cx="8395708" cy="469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939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3A8-84EA-7D93-9CAC-E273ACF7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13C671-52D3-BCDB-04DA-57A7091E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Virus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58434F-7E5F-2FC7-4FD8-A9E916F0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6154B2-7246-CCA8-E566-CB1AAFDD5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19" y="1264544"/>
            <a:ext cx="10087062" cy="506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28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53E3-37FA-5455-75AC-1D05517E4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BC56A0-01DB-26BA-8058-CDFB1E64D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F</a:t>
            </a:r>
            <a:r>
              <a:rPr lang="en-IN" dirty="0" err="1"/>
              <a:t>ungi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6F023-2E3B-CD83-7F12-D0691BEA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2B52C-FA21-92B3-6985-ED272F00E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523" y="1078455"/>
            <a:ext cx="8106053" cy="523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41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8B10-C2FC-FB62-1A64-5BFC77BD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Protozoa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1A0A74-F781-122F-186A-2B7D8AF5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3A9D9-8469-798D-560E-E92E89CED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97" y="1208278"/>
            <a:ext cx="9915106" cy="511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73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9D2E-F799-D5DC-A972-6AA2C11D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Nature of the Infection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338B38-AEB9-EF04-AAC9-59A11EC5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BB380-9C07-EC97-1F9A-E1AD01BFD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Microorganisms exists everywhere: in water, soil, body surfaces such as skin, in body tracts (respiratory, GI, urinary) and other areas open to the outside (</a:t>
            </a:r>
            <a:r>
              <a:rPr lang="en-US" dirty="0" err="1"/>
              <a:t>e.g</a:t>
            </a:r>
            <a:r>
              <a:rPr lang="en-US" dirty="0"/>
              <a:t> mouth, upper respiratory tract, vagina and lower urinary tract) etc.</a:t>
            </a:r>
          </a:p>
          <a:p>
            <a:endParaRPr lang="en-US" dirty="0"/>
          </a:p>
          <a:p>
            <a:r>
              <a:rPr lang="en-US" dirty="0"/>
              <a:t>Many microorganisms are harmless or beneficial in that they perform essential functions in the body, produce substances called bacteriocins, which are lethal to related strains of bacteria.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454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107</TotalTime>
  <Words>483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Trade Gothic LT Pro</vt:lpstr>
      <vt:lpstr>Trebuchet MS</vt:lpstr>
      <vt:lpstr>Office Theme</vt:lpstr>
      <vt:lpstr>Infection Control In Clinical Setting</vt:lpstr>
      <vt:lpstr>Definition of Infection</vt:lpstr>
      <vt:lpstr>Infection Prevention</vt:lpstr>
      <vt:lpstr>Key Terms</vt:lpstr>
      <vt:lpstr>Key Terms</vt:lpstr>
      <vt:lpstr>Key Terms</vt:lpstr>
      <vt:lpstr>Key Terms</vt:lpstr>
      <vt:lpstr>Bacteria</vt:lpstr>
      <vt:lpstr>Virus</vt:lpstr>
      <vt:lpstr>Fungi</vt:lpstr>
      <vt:lpstr>Protozoa</vt:lpstr>
      <vt:lpstr>Nature of the Infection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Larisa Wahlang</dc:creator>
  <cp:lastModifiedBy>Larisa Wahlang</cp:lastModifiedBy>
  <cp:revision>7</cp:revision>
  <dcterms:created xsi:type="dcterms:W3CDTF">2025-09-29T12:42:56Z</dcterms:created>
  <dcterms:modified xsi:type="dcterms:W3CDTF">2025-09-29T14:30:41Z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